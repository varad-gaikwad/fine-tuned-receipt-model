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Relationship Id="rId3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2780" y="-60065"/>
            <a:ext cx="24449560" cy="138361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910" y="-44860"/>
            <a:ext cx="24395820" cy="138057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30979" y="-119620"/>
            <a:ext cx="24769922" cy="140174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4918" y="-217386"/>
            <a:ext cx="24721698" cy="139901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7468" y="-62718"/>
            <a:ext cx="24549315" cy="138925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8201" y="-63133"/>
            <a:ext cx="24384001" cy="137990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8999" y="-57926"/>
            <a:ext cx="24441998" cy="13831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asted-movie.heic" descr="pasted-movie.heic"/>
          <p:cNvPicPr>
            <a:picLocks noChangeAspect="1"/>
          </p:cNvPicPr>
          <p:nvPr/>
        </p:nvPicPr>
        <p:blipFill>
          <a:blip r:embed="rId3">
            <a:extLst/>
          </a:blip>
          <a:srcRect l="0" t="1623" r="0" b="0"/>
          <a:stretch>
            <a:fillRect/>
          </a:stretch>
        </p:blipFill>
        <p:spPr>
          <a:xfrm>
            <a:off x="5185306" y="5500471"/>
            <a:ext cx="14013388" cy="7032943"/>
          </a:xfrm>
          <a:prstGeom prst="rect">
            <a:avLst/>
          </a:prstGeom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9197" y="-46719"/>
            <a:ext cx="24402392" cy="13809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